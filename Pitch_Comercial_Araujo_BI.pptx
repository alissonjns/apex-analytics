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Inteligência de Dados:</a:t>
            </a:r>
          </a:p>
          <a:p>
            <a:r>
              <a:t>O Futuro da Padaria Araujo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Como transformar planilhas estáticas em um Motor de Decisão que previne perdas e maximiza lucros.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Desafio: O problema dos Dados Mortos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Decisões tomadas com base em planilhas manuais e isoladas.</a:t>
            </a:r>
          </a:p>
          <a:p>
            <a:r>
              <a:t>Risco altíssimo de erros humanos na digitação e lentidão analítica.</a:t>
            </a:r>
          </a:p>
          <a:p>
            <a:r>
              <a:t>Impossibilidade de ter uma visão panorâmica e em tempo real da real saúde financeira da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Nossa Solução: O Dashboard Corporativo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Zero Digitação: Um painel dinâmico e executivo criado do zero.</a:t>
            </a:r>
          </a:p>
          <a:p>
            <a:r>
              <a:t>Privacidade Total: A versão inicial processa tudo instantaneamente no próprio navegador (Zero-Backend).</a:t>
            </a:r>
          </a:p>
          <a:p>
            <a:r>
              <a:t>Engenharia e Machine Learning: O motor lê o histórico de faturamento e extrai métricas ocultas automaticamente.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0000"/>
                </a:solidFill>
              </a:defRPr>
            </a:pPr>
            <a:r>
              <a:t>A Grande Revelação: O Ralo Invisível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Descoberta: Nosso motor matemático analisou o histórico e encontrou um ofensor agressivo.</a:t>
            </a:r>
          </a:p>
          <a:p>
            <a:r>
              <a:t>O Número: A Padaria perdeu exatos R$ 64.933,63 apenas em Taxas de Antecipação de Cartão.</a:t>
            </a:r>
          </a:p>
          <a:p>
            <a:r>
              <a:t>O Impacto: Isso corroeu diretamente 3% de TODO o Lucro Operacional da empresa.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Inteligência Preditiva: Regressão Linear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Cálculo Matemático: O sistema traçou a rota inercial dos últimos meses.</a:t>
            </a:r>
          </a:p>
          <a:p>
            <a:r>
              <a:t>Projeção: Se a tendência linear se mantiver, o faturamento bruto estimado para o próximo ciclo será de R$ 945.000,00.</a:t>
            </a:r>
          </a:p>
          <a:p>
            <a:r>
              <a:t>Benefício: Compras Guiadas. O gestor compra insumos guiado por estatística, eliminando o achismo no estoque.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Próximo Nível: Evolução para Big Data na Nuvem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Banco de Dados Centralizado: Substituir as planilhas por um sistema central em nuvem (ex: PostgreSQL / AWS).</a:t>
            </a:r>
          </a:p>
          <a:p>
            <a:r>
              <a:t>Segurança e Conformidade (LGPD): Servidores criptografados garantindo 100% de sigilo da movimentação.</a:t>
            </a:r>
          </a:p>
          <a:p>
            <a:r>
              <a:t>Acúmulo de Inteligência: Cruzamento histórico contínuo de anos inteiros, ensinando ao algoritmo a real sazonalidade da padaria.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Pronto para a Transformação Digital?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Vamos agora à demonstração ao vivo da plataforma em 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