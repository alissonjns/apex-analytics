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Relatório Executivo de Saúde Financeira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Padaria Araujo</a:t>
            </a:r>
          </a:p>
          <a:p>
            <a:r>
              <a:t>Análise de Dados e Inteligência de Negócio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Objetivo da Análise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Mapear o fluxo de receitas e despesas (2024 - 2025).</a:t>
            </a:r>
          </a:p>
          <a:p>
            <a:r>
              <a:t>Entender o comportamento do Ticket Médio e do Fluxo de Clientes.</a:t>
            </a:r>
          </a:p>
          <a:p>
            <a:r>
              <a:t>Identificar possíveis gargalos financeiros (ofensores de lucro).</a:t>
            </a:r>
          </a:p>
          <a:p>
            <a:r>
              <a:t>Aplicar modelos matemáticos para prever cenários futuros.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6464"/>
                </a:solidFill>
              </a:defRPr>
            </a:pPr>
            <a:r>
              <a:t>O Ponto Cego Financeiro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Durante a varredura do algoritmo nas planilhas de 2024 e 2025,</a:t>
            </a:r>
          </a:p>
          <a:p>
            <a:r>
              <a:t>encontramos um ofensor silencioso sugando o caixa da empresa.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FF0000"/>
                </a:solidFill>
              </a:defRPr>
            </a:pPr>
            <a:r>
              <a:t>⚠️ O RALO INVISÍVEL</a:t>
            </a:r>
          </a:p>
          <a:p>
            <a:br/>
            <a:pPr>
              <a:defRPr sz="2800"/>
            </a:pPr>
            <a:r>
              <a:t>O algoritmo identificou que a Padaria perdeu exatos:</a:t>
            </a:r>
          </a:p>
          <a:p>
            <a:br/>
            <a:pPr>
              <a:defRPr sz="6000" b="1">
                <a:solidFill>
                  <a:srgbClr val="FF0000"/>
                </a:solidFill>
              </a:defRPr>
            </a:pPr>
            <a:r>
              <a:t>R$ 64.933,63</a:t>
            </a:r>
          </a:p>
          <a:p>
            <a:br/>
            <a:pPr>
              <a:defRPr sz="2800"/>
            </a:pPr>
            <a:r>
              <a:t>apenas em Taxas de Antecipação de Cartão de Crédito.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Impacto no Lucro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Esses quase R$ 65 mil não são apenas uma 'taxinha'.</a:t>
            </a:r>
          </a:p>
          <a:p>
            <a:r>
              <a:t>Esse valor representou uma corrosão de aproximadamente 3% de TODO O LUCRO OPERACIONAL gerado pela padaria no período.</a:t>
            </a:r>
          </a:p>
          <a:p>
            <a:r>
              <a:t>É um dinheiro limpo que já estava no caixa da empresa, mas que foi devolvido ao banco.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Projeções Futuras (Machine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Ao rodarmos uma regressão linear sobre o histórico de vendas brutas...</a:t>
            </a:r>
          </a:p>
          <a:p>
            <a:r>
              <a:t>A inteligência de dados projeta um faturamento bruto para o próximo ciclo de:</a:t>
            </a:r>
          </a:p>
          <a:p>
            <a:pPr>
              <a:defRPr b="1" sz="3600">
                <a:solidFill>
                  <a:srgbClr val="009600"/>
                </a:solidFill>
              </a:defRPr>
            </a:pPr>
            <a:r>
              <a:t>R$ 945.000,00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1. Renegociar as taxas de antecipação com a adquirente.</a:t>
            </a:r>
          </a:p>
          <a:p>
            <a:r>
              <a:t>2. Criar um fundo de reserva para absorver o fluxo de caixa sem antecipar.</a:t>
            </a:r>
          </a:p>
          <a:p>
            <a:r>
              <a:t>3. Acompanhar essas métricas no novo Dashboard em Tempo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